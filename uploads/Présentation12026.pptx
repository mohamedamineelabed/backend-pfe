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99370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空白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10849148" y="6382534"/>
            <a:ext cx="1093710" cy="369332"/>
          </a:xfrm>
          <a:prstGeom prst="rect">
            <a:avLst/>
          </a:prstGeom>
        </p:spPr>
        <p:txBody>
          <a:bodyPr lIns="91416" tIns="45708" rIns="91416" bIns="45708"/>
          <a:lstStyle/>
          <a:p>
            <a:pPr marL="0" marR="0" lvl="0" indent="0" algn="ctr" defTabSz="4570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EF1883-7A0E-4F66-9932-E581691AD397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pPr marL="0" marR="0" lvl="0" indent="0" algn="ctr" defTabSz="4570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itchFamily="34" charset="-122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01016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389454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8420B251-062E-4DC5-BF2F-F2F056B84937}"/>
              </a:ext>
            </a:extLst>
          </p:cNvPr>
          <p:cNvGrpSpPr/>
          <p:nvPr userDrawn="1"/>
        </p:nvGrpSpPr>
        <p:grpSpPr>
          <a:xfrm>
            <a:off x="3288419" y="2110689"/>
            <a:ext cx="5528648" cy="4032448"/>
            <a:chOff x="2742743" y="2347782"/>
            <a:chExt cx="6706514" cy="4514861"/>
          </a:xfrm>
        </p:grpSpPr>
        <p:sp>
          <p:nvSpPr>
            <p:cNvPr id="11" name="任意多边形: 形状 10">
              <a:extLst>
                <a:ext uri="{FF2B5EF4-FFF2-40B4-BE49-F238E27FC236}">
                  <a16:creationId xmlns:a16="http://schemas.microsoft.com/office/drawing/2014/main" id="{BD0C8F0E-E8C7-4CFD-B1FC-96F7D85E60F8}"/>
                </a:ext>
              </a:extLst>
            </p:cNvPr>
            <p:cNvSpPr/>
            <p:nvPr/>
          </p:nvSpPr>
          <p:spPr>
            <a:xfrm>
              <a:off x="2742743" y="4129824"/>
              <a:ext cx="6706514" cy="2728176"/>
            </a:xfrm>
            <a:custGeom>
              <a:avLst/>
              <a:gdLst>
                <a:gd name="connsiteX0" fmla="*/ 3353257 w 6706514"/>
                <a:gd name="connsiteY0" fmla="*/ 0 h 2728176"/>
                <a:gd name="connsiteX1" fmla="*/ 6706514 w 6706514"/>
                <a:gd name="connsiteY1" fmla="*/ 2007451 h 2728176"/>
                <a:gd name="connsiteX2" fmla="*/ 6555758 w 6706514"/>
                <a:gd name="connsiteY2" fmla="*/ 2604406 h 2728176"/>
                <a:gd name="connsiteX3" fmla="*/ 6480088 w 6706514"/>
                <a:gd name="connsiteY3" fmla="*/ 2728176 h 2728176"/>
                <a:gd name="connsiteX4" fmla="*/ 226426 w 6706514"/>
                <a:gd name="connsiteY4" fmla="*/ 2728176 h 2728176"/>
                <a:gd name="connsiteX5" fmla="*/ 150756 w 6706514"/>
                <a:gd name="connsiteY5" fmla="*/ 2604406 h 2728176"/>
                <a:gd name="connsiteX6" fmla="*/ 0 w 6706514"/>
                <a:gd name="connsiteY6" fmla="*/ 2007451 h 2728176"/>
                <a:gd name="connsiteX7" fmla="*/ 3353257 w 6706514"/>
                <a:gd name="connsiteY7" fmla="*/ 0 h 2728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706514" h="2728176">
                  <a:moveTo>
                    <a:pt x="3353257" y="0"/>
                  </a:moveTo>
                  <a:cubicBezTo>
                    <a:pt x="5205210" y="0"/>
                    <a:pt x="6706514" y="898766"/>
                    <a:pt x="6706514" y="2007451"/>
                  </a:cubicBezTo>
                  <a:cubicBezTo>
                    <a:pt x="6706514" y="2215330"/>
                    <a:pt x="6653734" y="2415828"/>
                    <a:pt x="6555758" y="2604406"/>
                  </a:cubicBezTo>
                  <a:lnTo>
                    <a:pt x="6480088" y="2728176"/>
                  </a:lnTo>
                  <a:lnTo>
                    <a:pt x="226426" y="2728176"/>
                  </a:lnTo>
                  <a:lnTo>
                    <a:pt x="150756" y="2604406"/>
                  </a:lnTo>
                  <a:cubicBezTo>
                    <a:pt x="52781" y="2415828"/>
                    <a:pt x="0" y="2215330"/>
                    <a:pt x="0" y="2007451"/>
                  </a:cubicBezTo>
                  <a:cubicBezTo>
                    <a:pt x="0" y="898766"/>
                    <a:pt x="1501304" y="0"/>
                    <a:pt x="3353257" y="0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99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6" name="任意多边形: 形状 15">
              <a:extLst>
                <a:ext uri="{FF2B5EF4-FFF2-40B4-BE49-F238E27FC236}">
                  <a16:creationId xmlns:a16="http://schemas.microsoft.com/office/drawing/2014/main" id="{62D4562D-67E9-4DFD-B768-557A1E42CCC5}"/>
                </a:ext>
              </a:extLst>
            </p:cNvPr>
            <p:cNvSpPr/>
            <p:nvPr/>
          </p:nvSpPr>
          <p:spPr>
            <a:xfrm>
              <a:off x="3293847" y="4094567"/>
              <a:ext cx="5674394" cy="2763433"/>
            </a:xfrm>
            <a:custGeom>
              <a:avLst/>
              <a:gdLst>
                <a:gd name="connsiteX0" fmla="*/ 2837197 w 5674394"/>
                <a:gd name="connsiteY0" fmla="*/ 0 h 2763433"/>
                <a:gd name="connsiteX1" fmla="*/ 5674394 w 5674394"/>
                <a:gd name="connsiteY1" fmla="*/ 1698508 h 2763433"/>
                <a:gd name="connsiteX2" fmla="*/ 5189845 w 5674394"/>
                <a:gd name="connsiteY2" fmla="*/ 2648160 h 2763433"/>
                <a:gd name="connsiteX3" fmla="*/ 5045858 w 5674394"/>
                <a:gd name="connsiteY3" fmla="*/ 2763433 h 2763433"/>
                <a:gd name="connsiteX4" fmla="*/ 628537 w 5674394"/>
                <a:gd name="connsiteY4" fmla="*/ 2763433 h 2763433"/>
                <a:gd name="connsiteX5" fmla="*/ 484549 w 5674394"/>
                <a:gd name="connsiteY5" fmla="*/ 2648160 h 2763433"/>
                <a:gd name="connsiteX6" fmla="*/ 0 w 5674394"/>
                <a:gd name="connsiteY6" fmla="*/ 1698508 h 2763433"/>
                <a:gd name="connsiteX7" fmla="*/ 2837197 w 5674394"/>
                <a:gd name="connsiteY7" fmla="*/ 0 h 2763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674394" h="2763433">
                  <a:moveTo>
                    <a:pt x="2837197" y="0"/>
                  </a:moveTo>
                  <a:cubicBezTo>
                    <a:pt x="4404138" y="0"/>
                    <a:pt x="5674394" y="760448"/>
                    <a:pt x="5674394" y="1698508"/>
                  </a:cubicBezTo>
                  <a:cubicBezTo>
                    <a:pt x="5674394" y="2050281"/>
                    <a:pt x="5495764" y="2377077"/>
                    <a:pt x="5189845" y="2648160"/>
                  </a:cubicBezTo>
                  <a:lnTo>
                    <a:pt x="5045858" y="2763433"/>
                  </a:lnTo>
                  <a:lnTo>
                    <a:pt x="628537" y="2763433"/>
                  </a:lnTo>
                  <a:lnTo>
                    <a:pt x="484549" y="2648160"/>
                  </a:lnTo>
                  <a:cubicBezTo>
                    <a:pt x="178630" y="2377077"/>
                    <a:pt x="0" y="2050281"/>
                    <a:pt x="0" y="1698508"/>
                  </a:cubicBezTo>
                  <a:cubicBezTo>
                    <a:pt x="0" y="760448"/>
                    <a:pt x="1270257" y="0"/>
                    <a:pt x="2837197" y="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>
              <a:outerShdw blurRad="279400" sx="97000" sy="97000" algn="ctr" rotWithShape="0">
                <a:prstClr val="black">
                  <a:alpha val="5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99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8" name="任意多边形: 形状 17">
              <a:extLst>
                <a:ext uri="{FF2B5EF4-FFF2-40B4-BE49-F238E27FC236}">
                  <a16:creationId xmlns:a16="http://schemas.microsoft.com/office/drawing/2014/main" id="{DF1623E7-B33E-4F33-B050-5AE60EA2C114}"/>
                </a:ext>
              </a:extLst>
            </p:cNvPr>
            <p:cNvSpPr/>
            <p:nvPr/>
          </p:nvSpPr>
          <p:spPr>
            <a:xfrm>
              <a:off x="3701451" y="4092900"/>
              <a:ext cx="4789098" cy="2765101"/>
            </a:xfrm>
            <a:custGeom>
              <a:avLst/>
              <a:gdLst>
                <a:gd name="connsiteX0" fmla="*/ 2394549 w 4789098"/>
                <a:gd name="connsiteY0" fmla="*/ 0 h 2765101"/>
                <a:gd name="connsiteX1" fmla="*/ 4789098 w 4789098"/>
                <a:gd name="connsiteY1" fmla="*/ 1433513 h 2765101"/>
                <a:gd name="connsiteX2" fmla="*/ 3326616 w 4789098"/>
                <a:gd name="connsiteY2" fmla="*/ 2754374 h 2765101"/>
                <a:gd name="connsiteX3" fmla="*/ 3277656 w 4789098"/>
                <a:gd name="connsiteY3" fmla="*/ 2765101 h 2765101"/>
                <a:gd name="connsiteX4" fmla="*/ 1511442 w 4789098"/>
                <a:gd name="connsiteY4" fmla="*/ 2765101 h 2765101"/>
                <a:gd name="connsiteX5" fmla="*/ 1462483 w 4789098"/>
                <a:gd name="connsiteY5" fmla="*/ 2754374 h 2765101"/>
                <a:gd name="connsiteX6" fmla="*/ 0 w 4789098"/>
                <a:gd name="connsiteY6" fmla="*/ 1433513 h 2765101"/>
                <a:gd name="connsiteX7" fmla="*/ 2394549 w 4789098"/>
                <a:gd name="connsiteY7" fmla="*/ 0 h 2765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89098" h="2765101">
                  <a:moveTo>
                    <a:pt x="2394549" y="0"/>
                  </a:moveTo>
                  <a:cubicBezTo>
                    <a:pt x="3717022" y="0"/>
                    <a:pt x="4789098" y="641806"/>
                    <a:pt x="4789098" y="1433513"/>
                  </a:cubicBezTo>
                  <a:cubicBezTo>
                    <a:pt x="4789098" y="2027294"/>
                    <a:pt x="4186056" y="2536754"/>
                    <a:pt x="3326616" y="2754374"/>
                  </a:cubicBezTo>
                  <a:lnTo>
                    <a:pt x="3277656" y="2765101"/>
                  </a:lnTo>
                  <a:lnTo>
                    <a:pt x="1511442" y="2765101"/>
                  </a:lnTo>
                  <a:lnTo>
                    <a:pt x="1462483" y="2754374"/>
                  </a:lnTo>
                  <a:cubicBezTo>
                    <a:pt x="603043" y="2536754"/>
                    <a:pt x="0" y="2027294"/>
                    <a:pt x="0" y="1433513"/>
                  </a:cubicBezTo>
                  <a:cubicBezTo>
                    <a:pt x="0" y="641806"/>
                    <a:pt x="1072076" y="0"/>
                    <a:pt x="2394549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blurRad="139700" sx="102000" sy="102000" algn="ctr" rotWithShape="0">
                <a:prstClr val="black">
                  <a:alpha val="1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99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AA7D769F-BF3B-4477-ADAE-8BC9198362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09414" y="2347782"/>
              <a:ext cx="4373171" cy="4514861"/>
            </a:xfrm>
            <a:prstGeom prst="rect">
              <a:avLst/>
            </a:prstGeom>
          </p:spPr>
        </p:pic>
      </p:grpSp>
      <p:sp>
        <p:nvSpPr>
          <p:cNvPr id="13" name="标题 1"/>
          <p:cNvSpPr>
            <a:spLocks noGrp="1"/>
          </p:cNvSpPr>
          <p:nvPr userDrawn="1">
            <p:ph type="ctrTitle" hasCustomPrompt="1"/>
          </p:nvPr>
        </p:nvSpPr>
        <p:spPr>
          <a:xfrm>
            <a:off x="3542165" y="1044014"/>
            <a:ext cx="5426076" cy="1032329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3199">
                <a:solidFill>
                  <a:schemeClr val="accent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4" name="文本占位符 62"/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3542165" y="2414184"/>
            <a:ext cx="5426076" cy="3108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zh-CN" altLang="en-US" sz="16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zh-CN" altLang="en-US" sz="1999" smtClean="0"/>
            </a:lvl2pPr>
            <a:lvl3pPr>
              <a:defRPr lang="zh-CN" altLang="en-US" sz="1799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20" marR="0" lvl="0" indent="-228520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signature</a:t>
            </a:r>
          </a:p>
        </p:txBody>
      </p:sp>
      <p:sp>
        <p:nvSpPr>
          <p:cNvPr id="15" name="文本占位符 62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3542165" y="2725055"/>
            <a:ext cx="5426076" cy="3108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zh-CN" altLang="en-US" sz="16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zh-CN" altLang="en-US" sz="1999" smtClean="0"/>
            </a:lvl2pPr>
            <a:lvl3pPr>
              <a:defRPr lang="zh-CN" altLang="en-US" sz="1799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sp>
        <p:nvSpPr>
          <p:cNvPr id="20" name="矩形 26"/>
          <p:cNvSpPr/>
          <p:nvPr userDrawn="1"/>
        </p:nvSpPr>
        <p:spPr>
          <a:xfrm>
            <a:off x="0" y="6525392"/>
            <a:ext cx="11397486" cy="43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1" name="TextBox 15"/>
          <p:cNvSpPr txBox="1"/>
          <p:nvPr userDrawn="1"/>
        </p:nvSpPr>
        <p:spPr>
          <a:xfrm>
            <a:off x="11397487" y="6525392"/>
            <a:ext cx="909202" cy="338554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EF1883-7A0E-4F66-9932-E581691AD397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pPr marL="0" marR="0" lvl="0" indent="0" algn="ctr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22" name="Rectangle 21"/>
          <p:cNvSpPr/>
          <p:nvPr userDrawn="1"/>
        </p:nvSpPr>
        <p:spPr>
          <a:xfrm>
            <a:off x="120892" y="6569032"/>
            <a:ext cx="647903" cy="385277"/>
          </a:xfrm>
          <a:prstGeom prst="rect">
            <a:avLst/>
          </a:prstGeom>
          <a:solidFill>
            <a:srgbClr val="002060"/>
          </a:solidFill>
        </p:spPr>
        <p:txBody>
          <a:bodyPr wrap="none" numCol="1">
            <a:prstTxWarp prst="textTriangleInverted">
              <a:avLst/>
            </a:prstTxWarp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zh-CN" sz="1799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AIBG 8</a:t>
            </a:r>
            <a:r>
              <a:rPr kumimoji="0" lang="fr-FR" altLang="zh-CN" sz="1799" b="1" i="0" u="none" strike="noStrike" kern="1200" cap="none" spc="0" normalizeH="0" baseline="3000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ème</a:t>
            </a:r>
            <a:r>
              <a:rPr kumimoji="0" lang="fr-FR" altLang="zh-CN" sz="1799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 </a:t>
            </a:r>
          </a:p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zh-CN" sz="1799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Promotion</a:t>
            </a:r>
            <a:endParaRPr kumimoji="0" lang="fr-FR" sz="1799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3" name="ZoneTexte 11"/>
          <p:cNvSpPr txBox="1"/>
          <p:nvPr userDrawn="1"/>
        </p:nvSpPr>
        <p:spPr>
          <a:xfrm>
            <a:off x="912773" y="6559739"/>
            <a:ext cx="4175377" cy="369332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799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gency FB" panose="020B0503020202020204" pitchFamily="34" charset="0"/>
                <a:ea typeface="微软雅黑"/>
                <a:cs typeface="+mn-cs"/>
              </a:rPr>
              <a:t>Présentation du Projet de Changement – 30/11/2023</a:t>
            </a:r>
            <a:endParaRPr kumimoji="0" lang="fr-FR" sz="1799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gency FB" panose="020B0503020202020204" pitchFamily="34" charset="0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28957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926" y="4"/>
            <a:ext cx="10850563" cy="102869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DB2F6A5-C375-4D8F-913A-2BD1A96CDB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01732" y="6240467"/>
            <a:ext cx="1388536" cy="206381"/>
          </a:xfrm>
          <a:prstGeom prst="rect">
            <a:avLst/>
          </a:prstGeom>
        </p:spPr>
        <p:txBody>
          <a:bodyPr/>
          <a:lstStyle/>
          <a:p>
            <a:pPr defTabSz="914126"/>
            <a:fld id="{6489D9C7-5DC6-4263-87FF-7C99F6FB63C3}" type="datetime1">
              <a:rPr lang="zh-CN" altLang="en-US" sz="1799" smtClean="0">
                <a:solidFill>
                  <a:srgbClr val="000000">
                    <a:lumMod val="50000"/>
                    <a:lumOff val="50000"/>
                  </a:srgbClr>
                </a:solidFill>
              </a:rPr>
              <a:pPr defTabSz="914126"/>
              <a:t>2026/4/14</a:t>
            </a:fld>
            <a:endParaRPr lang="zh-CN" altLang="en-US" sz="1799">
              <a:solidFill>
                <a:srgbClr val="000000">
                  <a:lumMod val="50000"/>
                  <a:lumOff val="50000"/>
                </a:srgbClr>
              </a:solidFill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656F6A2-60FE-42A9-A150-20442F034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9926" y="6240467"/>
            <a:ext cx="4140201" cy="206381"/>
          </a:xfrm>
          <a:prstGeom prst="rect">
            <a:avLst/>
          </a:prstGeom>
        </p:spPr>
        <p:txBody>
          <a:bodyPr/>
          <a:lstStyle/>
          <a:p>
            <a:pPr defTabSz="914126"/>
            <a:r>
              <a:rPr lang="en-US" altLang="zh-CN" sz="1799" smtClean="0">
                <a:solidFill>
                  <a:srgbClr val="000000">
                    <a:lumMod val="50000"/>
                    <a:lumOff val="50000"/>
                  </a:srgbClr>
                </a:solidFill>
              </a:rPr>
              <a:t> </a:t>
            </a:r>
            <a:endParaRPr lang="zh-CN" altLang="en-US" sz="1799" dirty="0">
              <a:solidFill>
                <a:srgbClr val="000000">
                  <a:lumMod val="50000"/>
                  <a:lumOff val="50000"/>
                </a:srgbClr>
              </a:solidFill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C9952BA-1023-47A6-A0E9-FAF6BE9A8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240467"/>
            <a:ext cx="2909888" cy="206381"/>
          </a:xfrm>
          <a:prstGeom prst="rect">
            <a:avLst/>
          </a:prstGeom>
        </p:spPr>
        <p:txBody>
          <a:bodyPr/>
          <a:lstStyle/>
          <a:p>
            <a:pPr defTabSz="914126"/>
            <a:fld id="{5DD3DB80-B894-403A-B48E-6FDC1A72010E}" type="slidenum">
              <a:rPr lang="zh-CN" altLang="en-US" sz="1799" smtClean="0">
                <a:solidFill>
                  <a:srgbClr val="000000">
                    <a:lumMod val="50000"/>
                    <a:lumOff val="50000"/>
                  </a:srgbClr>
                </a:solidFill>
              </a:rPr>
              <a:pPr defTabSz="914126"/>
              <a:t>‹N°›</a:t>
            </a:fld>
            <a:endParaRPr lang="zh-CN" altLang="en-US" sz="1799">
              <a:solidFill>
                <a:srgbClr val="000000">
                  <a:lumMod val="50000"/>
                  <a:lumOff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351971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0790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hf hdr="0" dt="0"/>
  <p:txStyles>
    <p:titleStyle>
      <a:lvl1pPr algn="l" defTabSz="914103" rtl="0" eaLnBrk="1" latinLnBrk="0" hangingPunct="1">
        <a:lnSpc>
          <a:spcPct val="90000"/>
        </a:lnSpc>
        <a:spcBef>
          <a:spcPct val="0"/>
        </a:spcBef>
        <a:buNone/>
        <a:defRPr sz="3199" b="1" i="0" kern="1200" baseline="0">
          <a:solidFill>
            <a:srgbClr val="071F65"/>
          </a:solidFill>
          <a:effectLst/>
          <a:latin typeface="Arial Black" panose="020B0A040201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357072" indent="-357072" algn="just" defTabSz="914103" rtl="0" eaLnBrk="1" latinLnBrk="0" hangingPunct="1">
        <a:lnSpc>
          <a:spcPct val="110000"/>
        </a:lnSpc>
        <a:spcBef>
          <a:spcPts val="1799"/>
        </a:spcBef>
        <a:spcAft>
          <a:spcPts val="0"/>
        </a:spcAft>
        <a:buClr>
          <a:schemeClr val="accent2">
            <a:lumMod val="75000"/>
          </a:schemeClr>
        </a:buClr>
        <a:buSzPct val="70000"/>
        <a:buFont typeface="Wingdings 2" panose="05020102010507070707" pitchFamily="18" charset="2"/>
        <a:buChar char=""/>
        <a:defRPr sz="1999" kern="1200" baseline="0">
          <a:solidFill>
            <a:srgbClr val="071F65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357072" indent="-357072" algn="just" defTabSz="914103" rtl="0" eaLnBrk="1" latinLnBrk="0" hangingPunct="1">
        <a:lnSpc>
          <a:spcPct val="130000"/>
        </a:lnSpc>
        <a:spcBef>
          <a:spcPts val="0"/>
        </a:spcBef>
        <a:spcAft>
          <a:spcPts val="600"/>
        </a:spcAft>
        <a:buClr>
          <a:schemeClr val="accent2">
            <a:lumMod val="60000"/>
            <a:lumOff val="40000"/>
          </a:schemeClr>
        </a:buClr>
        <a:buFont typeface="幼圆" panose="02010509060101010101" pitchFamily="49" charset="-122"/>
        <a:buChar char=" "/>
        <a:defRPr sz="1600" kern="1200" baseline="0">
          <a:solidFill>
            <a:srgbClr val="071F65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2pPr>
      <a:lvl3pPr marL="1142628" indent="-228525" algn="l" defTabSz="91410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680" indent="-228525" algn="l" defTabSz="91410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6" kern="1200">
          <a:solidFill>
            <a:schemeClr val="tx1"/>
          </a:solidFill>
          <a:latin typeface="+mn-lt"/>
          <a:ea typeface="+mn-ea"/>
          <a:cs typeface="+mn-cs"/>
        </a:defRPr>
      </a:lvl4pPr>
      <a:lvl5pPr marL="2056732" indent="-228525" algn="l" defTabSz="91410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6" kern="1200">
          <a:solidFill>
            <a:schemeClr val="tx1"/>
          </a:solidFill>
          <a:latin typeface="+mn-lt"/>
          <a:ea typeface="+mn-ea"/>
          <a:cs typeface="+mn-cs"/>
        </a:defRPr>
      </a:lvl5pPr>
      <a:lvl6pPr marL="2513783" indent="-228525" algn="l" defTabSz="91410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6" kern="1200">
          <a:solidFill>
            <a:schemeClr val="tx1"/>
          </a:solidFill>
          <a:latin typeface="+mn-lt"/>
          <a:ea typeface="+mn-ea"/>
          <a:cs typeface="+mn-cs"/>
        </a:defRPr>
      </a:lvl6pPr>
      <a:lvl7pPr marL="2970834" indent="-228525" algn="l" defTabSz="91410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6" kern="1200">
          <a:solidFill>
            <a:schemeClr val="tx1"/>
          </a:solidFill>
          <a:latin typeface="+mn-lt"/>
          <a:ea typeface="+mn-ea"/>
          <a:cs typeface="+mn-cs"/>
        </a:defRPr>
      </a:lvl7pPr>
      <a:lvl8pPr marL="3427885" indent="-228525" algn="l" defTabSz="91410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6" kern="1200">
          <a:solidFill>
            <a:schemeClr val="tx1"/>
          </a:solidFill>
          <a:latin typeface="+mn-lt"/>
          <a:ea typeface="+mn-ea"/>
          <a:cs typeface="+mn-cs"/>
        </a:defRPr>
      </a:lvl8pPr>
      <a:lvl9pPr marL="3884937" indent="-228525" algn="l" defTabSz="91410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03" rtl="0" eaLnBrk="1" latinLnBrk="0" hangingPunct="1">
        <a:defRPr sz="1866" kern="1200">
          <a:solidFill>
            <a:schemeClr val="tx1"/>
          </a:solidFill>
          <a:latin typeface="+mn-lt"/>
          <a:ea typeface="+mn-ea"/>
          <a:cs typeface="+mn-cs"/>
        </a:defRPr>
      </a:lvl1pPr>
      <a:lvl2pPr marL="457052" algn="l" defTabSz="914103" rtl="0" eaLnBrk="1" latinLnBrk="0" hangingPunct="1">
        <a:defRPr sz="1866" kern="1200">
          <a:solidFill>
            <a:schemeClr val="tx1"/>
          </a:solidFill>
          <a:latin typeface="+mn-lt"/>
          <a:ea typeface="+mn-ea"/>
          <a:cs typeface="+mn-cs"/>
        </a:defRPr>
      </a:lvl2pPr>
      <a:lvl3pPr marL="914103" algn="l" defTabSz="914103" rtl="0" eaLnBrk="1" latinLnBrk="0" hangingPunct="1">
        <a:defRPr sz="1866" kern="1200">
          <a:solidFill>
            <a:schemeClr val="tx1"/>
          </a:solidFill>
          <a:latin typeface="+mn-lt"/>
          <a:ea typeface="+mn-ea"/>
          <a:cs typeface="+mn-cs"/>
        </a:defRPr>
      </a:lvl3pPr>
      <a:lvl4pPr marL="1371155" algn="l" defTabSz="914103" rtl="0" eaLnBrk="1" latinLnBrk="0" hangingPunct="1">
        <a:defRPr sz="1866" kern="1200">
          <a:solidFill>
            <a:schemeClr val="tx1"/>
          </a:solidFill>
          <a:latin typeface="+mn-lt"/>
          <a:ea typeface="+mn-ea"/>
          <a:cs typeface="+mn-cs"/>
        </a:defRPr>
      </a:lvl4pPr>
      <a:lvl5pPr marL="1828205" algn="l" defTabSz="914103" rtl="0" eaLnBrk="1" latinLnBrk="0" hangingPunct="1">
        <a:defRPr sz="1866" kern="1200">
          <a:solidFill>
            <a:schemeClr val="tx1"/>
          </a:solidFill>
          <a:latin typeface="+mn-lt"/>
          <a:ea typeface="+mn-ea"/>
          <a:cs typeface="+mn-cs"/>
        </a:defRPr>
      </a:lvl5pPr>
      <a:lvl6pPr marL="2285257" algn="l" defTabSz="914103" rtl="0" eaLnBrk="1" latinLnBrk="0" hangingPunct="1">
        <a:defRPr sz="1866" kern="1200">
          <a:solidFill>
            <a:schemeClr val="tx1"/>
          </a:solidFill>
          <a:latin typeface="+mn-lt"/>
          <a:ea typeface="+mn-ea"/>
          <a:cs typeface="+mn-cs"/>
        </a:defRPr>
      </a:lvl6pPr>
      <a:lvl7pPr marL="2742308" algn="l" defTabSz="914103" rtl="0" eaLnBrk="1" latinLnBrk="0" hangingPunct="1">
        <a:defRPr sz="1866" kern="1200">
          <a:solidFill>
            <a:schemeClr val="tx1"/>
          </a:solidFill>
          <a:latin typeface="+mn-lt"/>
          <a:ea typeface="+mn-ea"/>
          <a:cs typeface="+mn-cs"/>
        </a:defRPr>
      </a:lvl7pPr>
      <a:lvl8pPr marL="3199360" algn="l" defTabSz="914103" rtl="0" eaLnBrk="1" latinLnBrk="0" hangingPunct="1">
        <a:defRPr sz="1866" kern="1200">
          <a:solidFill>
            <a:schemeClr val="tx1"/>
          </a:solidFill>
          <a:latin typeface="+mn-lt"/>
          <a:ea typeface="+mn-ea"/>
          <a:cs typeface="+mn-cs"/>
        </a:defRPr>
      </a:lvl8pPr>
      <a:lvl9pPr marL="3656412" algn="l" defTabSz="914103" rtl="0" eaLnBrk="1" latinLnBrk="0" hangingPunct="1">
        <a:defRPr sz="186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e 17"/>
          <p:cNvGrpSpPr/>
          <p:nvPr/>
        </p:nvGrpSpPr>
        <p:grpSpPr>
          <a:xfrm>
            <a:off x="3216431" y="1917229"/>
            <a:ext cx="5278702" cy="4751288"/>
            <a:chOff x="3433291" y="1700808"/>
            <a:chExt cx="5280077" cy="4752525"/>
          </a:xfrm>
        </p:grpSpPr>
        <p:grpSp>
          <p:nvGrpSpPr>
            <p:cNvPr id="10" name="组合 48"/>
            <p:cNvGrpSpPr/>
            <p:nvPr/>
          </p:nvGrpSpPr>
          <p:grpSpPr>
            <a:xfrm>
              <a:off x="3433291" y="1700808"/>
              <a:ext cx="5280077" cy="4752525"/>
              <a:chOff x="1916113" y="1340768"/>
              <a:chExt cx="4240062" cy="3816424"/>
            </a:xfrm>
          </p:grpSpPr>
          <p:sp>
            <p:nvSpPr>
              <p:cNvPr id="11" name="Line 23"/>
              <p:cNvSpPr>
                <a:spLocks noChangeShapeType="1"/>
              </p:cNvSpPr>
              <p:nvPr/>
            </p:nvSpPr>
            <p:spPr bwMode="auto">
              <a:xfrm flipV="1">
                <a:off x="1916113" y="1340768"/>
                <a:ext cx="2447925" cy="935038"/>
              </a:xfrm>
              <a:prstGeom prst="line">
                <a:avLst/>
              </a:prstGeom>
              <a:noFill/>
              <a:ln w="9525">
                <a:solidFill>
                  <a:srgbClr val="FFFFFF">
                    <a:alpha val="50195"/>
                  </a:srgb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pPr defTabSz="914126"/>
                <a:endParaRPr lang="zh-CN" altLang="en-US" sz="1799">
                  <a:solidFill>
                    <a:prstClr val="black"/>
                  </a:solidFill>
                  <a:latin typeface="Arial"/>
                  <a:ea typeface="微软雅黑"/>
                </a:endParaRPr>
              </a:p>
            </p:txBody>
          </p:sp>
          <p:sp>
            <p:nvSpPr>
              <p:cNvPr id="12" name="椭圆 42"/>
              <p:cNvSpPr/>
              <p:nvPr/>
            </p:nvSpPr>
            <p:spPr>
              <a:xfrm>
                <a:off x="2699791" y="1988840"/>
                <a:ext cx="3168352" cy="3168352"/>
              </a:xfrm>
              <a:prstGeom prst="ellipse">
                <a:avLst/>
              </a:prstGeom>
              <a:gradFill>
                <a:gsLst>
                  <a:gs pos="0">
                    <a:srgbClr val="C00000">
                      <a:shade val="30000"/>
                      <a:satMod val="115000"/>
                    </a:srgbClr>
                  </a:gs>
                  <a:gs pos="50000">
                    <a:srgbClr val="C00000">
                      <a:shade val="67500"/>
                      <a:satMod val="115000"/>
                    </a:srgbClr>
                  </a:gs>
                  <a:gs pos="100000">
                    <a:srgbClr val="C00000">
                      <a:shade val="100000"/>
                      <a:satMod val="115000"/>
                    </a:srgbClr>
                  </a:gs>
                </a:gsLst>
                <a:lin ang="16200000" scaled="1"/>
              </a:gra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126"/>
                <a:endParaRPr lang="zh-CN" altLang="en-US" sz="1799">
                  <a:solidFill>
                    <a:prstClr val="white"/>
                  </a:solidFill>
                  <a:latin typeface="Arial"/>
                  <a:ea typeface="微软雅黑"/>
                </a:endParaRPr>
              </a:p>
            </p:txBody>
          </p:sp>
          <p:sp>
            <p:nvSpPr>
              <p:cNvPr id="13" name="椭圆 44"/>
              <p:cNvSpPr/>
              <p:nvPr/>
            </p:nvSpPr>
            <p:spPr>
              <a:xfrm>
                <a:off x="2411759" y="1700808"/>
                <a:ext cx="3744416" cy="1872208"/>
              </a:xfrm>
              <a:custGeom>
                <a:avLst/>
                <a:gdLst/>
                <a:ahLst/>
                <a:cxnLst/>
                <a:rect l="l" t="t" r="r" b="b"/>
                <a:pathLst>
                  <a:path w="3744416" h="1872208">
                    <a:moveTo>
                      <a:pt x="1872208" y="0"/>
                    </a:moveTo>
                    <a:cubicBezTo>
                      <a:pt x="2906200" y="0"/>
                      <a:pt x="3744416" y="838216"/>
                      <a:pt x="3744416" y="1872208"/>
                    </a:cubicBezTo>
                    <a:lnTo>
                      <a:pt x="0" y="1872208"/>
                    </a:lnTo>
                    <a:cubicBezTo>
                      <a:pt x="0" y="838216"/>
                      <a:pt x="838216" y="0"/>
                      <a:pt x="1872208" y="0"/>
                    </a:cubicBezTo>
                    <a:close/>
                  </a:path>
                </a:pathLst>
              </a:cu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126"/>
                <a:endParaRPr lang="zh-CN" altLang="en-US" sz="1799">
                  <a:solidFill>
                    <a:prstClr val="white"/>
                  </a:solidFill>
                  <a:latin typeface="Arial"/>
                  <a:ea typeface="微软雅黑"/>
                </a:endParaRPr>
              </a:p>
            </p:txBody>
          </p:sp>
        </p:grpSp>
        <p:sp>
          <p:nvSpPr>
            <p:cNvPr id="15" name="ZoneTexte 14"/>
            <p:cNvSpPr txBox="1"/>
            <p:nvPr/>
          </p:nvSpPr>
          <p:spPr>
            <a:xfrm>
              <a:off x="4674315" y="2865194"/>
              <a:ext cx="3225878" cy="27515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571329" indent="-571329" algn="ctr" defTabSz="914126">
                <a:lnSpc>
                  <a:spcPct val="120000"/>
                </a:lnSpc>
                <a:buFont typeface="Wingdings" panose="05000000000000000000" pitchFamily="2" charset="2"/>
                <a:buChar char="}"/>
              </a:pPr>
              <a:r>
                <a:rPr lang="fr-FR" sz="3599" b="1" dirty="0">
                  <a:solidFill>
                    <a:prstClr val="white"/>
                  </a:solidFill>
                  <a:latin typeface="Agency FB" panose="020B0503020202020204" pitchFamily="34" charset="0"/>
                  <a:ea typeface="微软雅黑" panose="020B0503020204020204" pitchFamily="34" charset="-122"/>
                </a:rPr>
                <a:t>Ce qui   </a:t>
              </a:r>
            </a:p>
            <a:p>
              <a:pPr algn="ctr" defTabSz="914126">
                <a:lnSpc>
                  <a:spcPct val="120000"/>
                </a:lnSpc>
              </a:pPr>
              <a:r>
                <a:rPr lang="fr-FR" sz="3599" b="1" dirty="0">
                  <a:solidFill>
                    <a:prstClr val="white"/>
                  </a:solidFill>
                  <a:latin typeface="Agency FB" panose="020B0503020202020204" pitchFamily="34" charset="0"/>
                  <a:ea typeface="微软雅黑" panose="020B0503020204020204" pitchFamily="34" charset="-122"/>
                </a:rPr>
                <a:t>n’est pas mesuré ne peut pas être amélioré    </a:t>
              </a:r>
              <a:r>
                <a:rPr lang="fr-FR" sz="3599" b="1" dirty="0">
                  <a:solidFill>
                    <a:prstClr val="white"/>
                  </a:solidFill>
                  <a:latin typeface="Agency FB" panose="020B0503020202020204" pitchFamily="34" charset="0"/>
                  <a:ea typeface="微软雅黑" panose="020B0503020204020204" pitchFamily="34" charset="-122"/>
                  <a:sym typeface="Wingdings" panose="05000000000000000000" pitchFamily="2" charset="2"/>
                </a:rPr>
                <a:t></a:t>
              </a:r>
              <a:endParaRPr lang="fr-FR" sz="3599" b="1" dirty="0">
                <a:solidFill>
                  <a:prstClr val="white"/>
                </a:solidFill>
                <a:latin typeface="Agency FB" panose="020B0503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6" name="ZoneTexte 15"/>
            <p:cNvSpPr txBox="1"/>
            <p:nvPr/>
          </p:nvSpPr>
          <p:spPr>
            <a:xfrm>
              <a:off x="5521523" y="5661248"/>
              <a:ext cx="1584176" cy="532262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pPr algn="ctr" defTabSz="914126">
                <a:lnSpc>
                  <a:spcPct val="130000"/>
                </a:lnSpc>
              </a:pPr>
              <a:r>
                <a:rPr lang="fr-FR" sz="2199" b="1" dirty="0">
                  <a:solidFill>
                    <a:prstClr val="white"/>
                  </a:solidFill>
                  <a:latin typeface="Blackadder ITC" panose="04020505051007020D02" pitchFamily="82" charset="0"/>
                  <a:ea typeface="微软雅黑" panose="020B0503020204020204" pitchFamily="34" charset="-122"/>
                </a:rPr>
                <a:t>Peter </a:t>
              </a:r>
              <a:r>
                <a:rPr lang="fr-FR" sz="2199" b="1" dirty="0" err="1">
                  <a:solidFill>
                    <a:prstClr val="white"/>
                  </a:solidFill>
                  <a:latin typeface="Blackadder ITC" panose="04020505051007020D02" pitchFamily="82" charset="0"/>
                  <a:ea typeface="微软雅黑" panose="020B0503020204020204" pitchFamily="34" charset="-122"/>
                </a:rPr>
                <a:t>Druker</a:t>
              </a:r>
              <a:endParaRPr lang="fr-FR" sz="2199" b="1" dirty="0">
                <a:solidFill>
                  <a:prstClr val="white"/>
                </a:solidFill>
                <a:latin typeface="Blackadder ITC" panose="04020505051007020D02" pitchFamily="82" charset="0"/>
                <a:ea typeface="微软雅黑" panose="020B0503020204020204" pitchFamily="34" charset="-122"/>
              </a:endParaRPr>
            </a:p>
          </p:txBody>
        </p:sp>
      </p:grp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7262" y="385682"/>
            <a:ext cx="2087688" cy="2105191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379802535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A000120140530A99PPBG">
  <a:themeElements>
    <a:clrScheme name="自定义 95">
      <a:dk1>
        <a:sysClr val="windowText" lastClr="000000"/>
      </a:dk1>
      <a:lt1>
        <a:sysClr val="window" lastClr="FFFFFF"/>
      </a:lt1>
      <a:dk2>
        <a:srgbClr val="3F3F3F"/>
      </a:dk2>
      <a:lt2>
        <a:srgbClr val="E3DED1"/>
      </a:lt2>
      <a:accent1>
        <a:srgbClr val="071F65"/>
      </a:accent1>
      <a:accent2>
        <a:srgbClr val="7F7F7F"/>
      </a:accent2>
      <a:accent3>
        <a:srgbClr val="414456"/>
      </a:accent3>
      <a:accent4>
        <a:srgbClr val="444455"/>
      </a:accent4>
      <a:accent5>
        <a:srgbClr val="444455"/>
      </a:accent5>
      <a:accent6>
        <a:srgbClr val="7F7F7F"/>
      </a:accent6>
      <a:hlink>
        <a:srgbClr val="002060"/>
      </a:hlink>
      <a:folHlink>
        <a:srgbClr val="B26B02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</Words>
  <Application>Microsoft Office PowerPoint</Application>
  <PresentationFormat>Grand écran</PresentationFormat>
  <Paragraphs>3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10" baseType="lpstr">
      <vt:lpstr>微软雅黑</vt:lpstr>
      <vt:lpstr>Agency FB</vt:lpstr>
      <vt:lpstr>Arial</vt:lpstr>
      <vt:lpstr>Arial Black</vt:lpstr>
      <vt:lpstr>Blackadder ITC</vt:lpstr>
      <vt:lpstr>Wingdings</vt:lpstr>
      <vt:lpstr>Wingdings 2</vt:lpstr>
      <vt:lpstr>幼圆</vt:lpstr>
      <vt:lpstr>A000120140530A99PPBG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dell</dc:creator>
  <cp:lastModifiedBy>dell</cp:lastModifiedBy>
  <cp:revision>1</cp:revision>
  <dcterms:created xsi:type="dcterms:W3CDTF">2026-04-14T09:40:09Z</dcterms:created>
  <dcterms:modified xsi:type="dcterms:W3CDTF">2026-04-14T09:40:59Z</dcterms:modified>
</cp:coreProperties>
</file>